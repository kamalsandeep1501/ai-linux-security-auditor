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5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7951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Introduce team and project title. Give a one-sentence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what Linux is before diving into security. Audience may be non-technical evaluators.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Linux and Windows. Emphasize why Linux dominates servers and why it still needs hardening.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Linux isn't inherently broken — it becomes vulnerable through misconfiguration and lack of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problem the project solves. Emphasize scale — organizations manage dozens or hundreds of servers.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4-step solution. The simplicity of 4 steps contrasts the complexity it replaces.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three-layer architecture. Each layer has a distinct responsibility.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5 pages. Note that each page has a specific purpose in the audit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four key frontend optimizations and why each matters for a security tool handling large log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FastAPI backend endpoints and the 10 CIS security checks executed via Paramiko SSH.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justifies the AI choice. Explain that raw SSH output is unstructured and context-free — AI is the missing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 comparison. Highlight the time savings and consistency AI brings over manual auditing.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severity level — explain what AI uses to classify, give the example finding, and show the fix command AI suggests.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each cloud platform was chosen. The three-platform split is deliberate — each service excels at its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4 leads the demo. Walk through each step as you perform them live. The Ubuntu container is the audit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results page. Show severity counts at top, then individual findings with explanation, impact, and fix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Audit History table and explain Resolution Map categories. This answers 'is my security getting better over time?'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for Q&amp;A. Direct questions to the right speaker based on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linux-security-auditor.vercel.app/dashboard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linux-security-auditor.vercel.app/dashboar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4864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594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Titans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11480" y="1554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2057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Hardening Assistant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411480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Security Auditing  ·  AI-Driven Analysis  ·  Instant Remediation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" y="370332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148840" y="370332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48840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886200" y="370332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86200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23560" y="370332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23560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360920" y="370332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60920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1148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Kamal Sandeep A  |  Aathika V S  |  Nacshatra M  |  Kanimozhi 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Linux?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1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77724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7772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is an open-source operating system kernel first released by Linus Torvalds in 1991.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powers over 96% of the world's servers, all Android phones, and most cloud infrastructure.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11480" y="187452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984248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Source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8640" y="23500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is publicly available. Audited by thousands of security researchers worldwide.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09160" y="187452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984248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4924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Multi-User &amp; Multi-Process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846320" y="23500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users and processes run simultaneously with strict permission boundaries.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11480" y="315468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264408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51560" y="3246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Dominates Servers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548640" y="363016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96%+ of the top 1 million web servers run Linux. AWS, Google Cloud, Azure — all Linux underneath.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709160" y="315468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264408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349240" y="3246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CLI-First Design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4846320" y="363016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command-line interface. Administrators automate tasks using shell scripts and SSH.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vs Windows — Key Differences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2011680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Aspect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77440" y="777240"/>
            <a:ext cx="3383280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77724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60720" y="777240"/>
            <a:ext cx="3383280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77724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362456"/>
            <a:ext cx="20116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36245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77440" y="1362456"/>
            <a:ext cx="33832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136245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Open Source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1362456"/>
            <a:ext cx="33832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136245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&amp; Paid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1947672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94767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Use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77440" y="1947672"/>
            <a:ext cx="3383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0" y="194767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~96% of web servers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0" y="1947672"/>
            <a:ext cx="3383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194767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~4% of web servers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532888"/>
            <a:ext cx="20116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53288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377440" y="2532888"/>
            <a:ext cx="33832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253288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Permission-based, minimal attack surface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60720" y="2532888"/>
            <a:ext cx="33832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253288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Registry-based, broader attack surface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118104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11810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377440" y="3118104"/>
            <a:ext cx="3383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311810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Admin-controlled, granular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60720" y="3118104"/>
            <a:ext cx="3383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52160" y="311810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Automatic, less granular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3703320"/>
            <a:ext cx="20116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70332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377440" y="3703320"/>
            <a:ext cx="33832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68880" y="370332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interface (SSH/Bash)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760720" y="3703320"/>
            <a:ext cx="33832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52160" y="370332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GUI-first; PowerShell secondary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4288536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28853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User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377440" y="4288536"/>
            <a:ext cx="3383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68880" y="428853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Non-root; root access explicit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760720" y="4288536"/>
            <a:ext cx="3383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52160" y="428853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by default (historically)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is Secure — But Misconfiguration Makes It Vulnerable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itself is well-designed. The danger lies in HOW it is configured and managed.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3619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Login Enabled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938528"/>
            <a:ext cx="2487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permits direct root access. One stolen password = total system compromise.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46120" y="141732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53619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94760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Firewall Not Configured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383280" y="1938528"/>
            <a:ext cx="2487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 or iptables disabled by default on many distros. All ports exposed.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72200" y="141732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536192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20840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Password Policies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309360" y="1938528"/>
            <a:ext cx="2487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that never expire, weak hashing, or default credentials left unchanged.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320040" y="288036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999232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68680" y="2971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Ports &amp; Services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457200" y="3401568"/>
            <a:ext cx="2487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Unnecessary services (FTP, Telnet) left running. Each is an attack vector.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3246120" y="288036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2999232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794760" y="2971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Permission Errors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3383280" y="3401568"/>
            <a:ext cx="2487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World-writable files, SUID binaries, and orphaned files create privilege escalation paths.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6172200" y="288036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2999232"/>
            <a:ext cx="347472" cy="34747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720840" y="2971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Patch Discipline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6309360" y="3401568"/>
            <a:ext cx="2487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Unpatched kernel and package vulnerabilities remain exploitable indefinitely.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— Why Traditional Auditing Fails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Benchmarks define hundreds of security rules for Linux servers.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compliance verification is unsustainable at scale.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4592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8308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83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212140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bash scripts, one server at a time via SSH — audits take hours or days per machine.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64592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78308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783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0" y="212140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misconfigurations buried in large log files are easy to miss even by experienced admins.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5468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546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349300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something is broken provides no path to a fix. Remediation requires separate research.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301752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15468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1546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54880" y="349300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tracking, teams cannot tell whether vulnerabilities are new, worsening, or being resolved.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 — Linux Hardening Assistant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Checks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77724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777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14600" y="1234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Levels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77724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777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63440" y="1234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12280" y="77724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777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&lt;3s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12280" y="1234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Speed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68680" y="192024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5760" y="2834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246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SSH credentials for any Linux server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737360" y="2331720"/>
            <a:ext cx="7772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17520" y="192024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514600" y="2834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514600" y="3246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CIS-aligned checks run automatically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86200" y="2331720"/>
            <a:ext cx="7772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66360" y="192024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63440" y="2834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663440" y="3246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AI classifies every finding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35040" y="2331720"/>
            <a:ext cx="7772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0" y="192024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12280" y="2834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12280" y="3246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 severity + exact fix commands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Three-Layer Design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9601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Layer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8016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Tailwind CSS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06240" y="9601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for admins.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pages: Login, Dashboard, New Audit, Results, History.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19456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33172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Layer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28016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 3.11)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206240" y="23317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engine. Coordinates SSH, AI analysis, and database via service layer.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356616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70332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28016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on Neon.tech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206240" y="37033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all audit results and findings. Supports historical comparison across scans.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Architecture — 5 Core Pages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linux-security-auditor.vercel.app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Overview: severity counts &amp; recent audits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Audit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Form: server IP, port, SSH credentials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2344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Results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chart, findings, fix commands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2880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History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337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past scans for trend analysis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2743200"/>
            <a:ext cx="598932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29000" y="2880360"/>
            <a:ext cx="5623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Page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29000" y="3337560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access only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Performance Optimizations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Lazy Rendering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terminal output hidden by default. Loads on-demand when user expands — prevents DOM overload on large logs.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Axios Interceptors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3716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responses with missing fields are automatically filled with safe defaults. App never crashes on partial data.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Batching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2918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audit card updates grouped into single React renders, maintaining 60fps scroll performance.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274320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useAudit Hook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32918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reusable hook centralizes all API calls, loading states, and error handling in one composable function.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Architecture &amp; SSH Execution Engine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Endpoints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/audit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1188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security scan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74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/audits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34640" y="1874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past audits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60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" y="2560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/audit/{id}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34640" y="2560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full audit + findings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CIS-Aligned Security Checks</a:t>
            </a:r>
            <a:endParaRPr lang="en-US" sz="13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207008"/>
            <a:ext cx="256032" cy="25603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102352" y="11704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Root Login</a:t>
            </a:r>
            <a:endParaRPr lang="en-US" sz="10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801368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102352" y="17647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Protocol Config</a:t>
            </a:r>
            <a:endParaRPr lang="en-US" sz="10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395728"/>
            <a:ext cx="256032" cy="25603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102352" y="235915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Aging Policy</a:t>
            </a:r>
            <a:endParaRPr lang="en-US" sz="10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990088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102352" y="29535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 (SHA-512)</a:t>
            </a:r>
            <a:endParaRPr lang="en-US" sz="10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584448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02352" y="35478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 Firewall Status</a:t>
            </a:r>
            <a:endParaRPr lang="en-US" sz="10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207008"/>
            <a:ext cx="256032" cy="25603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159752" y="11704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Sudoers File Config</a:t>
            </a:r>
            <a:endParaRPr lang="en-US" sz="10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801368"/>
            <a:ext cx="256032" cy="25603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159752" y="17647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Ports</a:t>
            </a:r>
            <a:endParaRPr lang="en-US" sz="100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395728"/>
            <a:ext cx="256032" cy="25603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159752" y="235915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World-Writable Files</a:t>
            </a:r>
            <a:endParaRPr lang="en-US" sz="1000" dirty="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990088"/>
            <a:ext cx="256032" cy="25603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159752" y="29535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No-Owner Files</a:t>
            </a:r>
            <a:endParaRPr lang="en-US" sz="1000" dirty="0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3584448"/>
            <a:ext cx="256032" cy="256032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7159752" y="35478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File Permissions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AI? And Why Google Gemini?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160520" cy="3931920"/>
          </a:xfrm>
          <a:prstGeom prst="roundRect">
            <a:avLst>
              <a:gd name="adj" fmla="val 2791"/>
            </a:avLst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9144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914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AI?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1508760"/>
            <a:ext cx="3794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audit output is raw text — no structure, no severity labels.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understands context. A misconfigured SSH line means full root access — AI explains WHY.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plain-English explanations non-experts can act on.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 remediation commands instantly — no manual research.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 across hundreds of configs that humans miss.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777240"/>
            <a:ext cx="4160520" cy="3931920"/>
          </a:xfrm>
          <a:prstGeom prst="roundRect">
            <a:avLst>
              <a:gd name="adj" fmla="val 2791"/>
            </a:avLst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46320" y="9144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Google Gemini?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846320" y="15087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Context Window: 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46320" y="17830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handles long SSH audit logs without truncation.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46320" y="21488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Knowledge: 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46320" y="24231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CVEs, CIS benchmarks, and Linux hardening guides.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846320" y="27889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API Tier: 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46320" y="30632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API is free — ideal for student/project deployments.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46320" y="34290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Inference: 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846320" y="37033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in &lt;2s even for full multi-check audit reports.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46320" y="40690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Output: 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846320" y="43434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Reliably returns JSON with severity, explanation, and fix command.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Auditing vs AI-Powered Auditing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206240" cy="4114800"/>
          </a:xfrm>
          <a:prstGeom prst="roundRect">
            <a:avLst>
              <a:gd name="adj" fmla="val 2667"/>
            </a:avLst>
          </a:prstGeom>
          <a:solidFill>
            <a:srgbClr val="FFF1F1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82296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22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246888" cy="2468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38988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runs bash scripts manually</a:t>
            </a:r>
            <a:endParaRPr lang="en-US" sz="10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56232"/>
            <a:ext cx="246888" cy="2468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18288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raw text — thousands of lines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95144"/>
            <a:ext cx="246888" cy="2468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960" y="226771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reads logs line-by-line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34056"/>
            <a:ext cx="246888" cy="2468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2960" y="270662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judged by experience (error-prone)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172968"/>
            <a:ext cx="246888" cy="2468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22960" y="314553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requires separate documentation search</a:t>
            </a:r>
            <a:endParaRPr lang="en-US" sz="10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11880"/>
            <a:ext cx="246888" cy="24688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22960" y="35844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history or progress tracking</a:t>
            </a:r>
            <a:endParaRPr lang="en-US" sz="10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50792"/>
            <a:ext cx="246888" cy="24688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822960" y="40233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per server</a:t>
            </a:r>
            <a:endParaRPr lang="en-US" sz="1050" dirty="0"/>
          </a:p>
        </p:txBody>
      </p:sp>
      <p:sp>
        <p:nvSpPr>
          <p:cNvPr id="22" name="Shape 13"/>
          <p:cNvSpPr/>
          <p:nvPr/>
        </p:nvSpPr>
        <p:spPr>
          <a:xfrm>
            <a:off x="4754880" y="777240"/>
            <a:ext cx="4206240" cy="4114800"/>
          </a:xfrm>
          <a:prstGeom prst="roundRect">
            <a:avLst>
              <a:gd name="adj" fmla="val 2667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14"/>
          <p:cNvSpPr/>
          <p:nvPr/>
        </p:nvSpPr>
        <p:spPr>
          <a:xfrm>
            <a:off x="4846320" y="82296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15"/>
          <p:cNvSpPr/>
          <p:nvPr/>
        </p:nvSpPr>
        <p:spPr>
          <a:xfrm>
            <a:off x="4846320" y="822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(Our System)</a:t>
            </a:r>
            <a:endParaRPr lang="en-US" sz="13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417320"/>
            <a:ext cx="246888" cy="24688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257800" y="138988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triggers automated SSH scan</a:t>
            </a:r>
            <a:endParaRPr lang="en-US" sz="105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856232"/>
            <a:ext cx="246888" cy="246888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257800" y="18288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parses all output instantly</a:t>
            </a:r>
            <a:endParaRPr lang="en-US" sz="105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295144"/>
            <a:ext cx="246888" cy="246888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257800" y="226771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presented in structured cards</a:t>
            </a:r>
            <a:endParaRPr lang="en-US" sz="105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734056"/>
            <a:ext cx="246888" cy="246888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5257800" y="270662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classified consistently by AI (Critical/High/Medium/Low)</a:t>
            </a:r>
            <a:endParaRPr lang="en-US" sz="105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72968"/>
            <a:ext cx="246888" cy="246888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5257800" y="314553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commands generated inline — no research needed</a:t>
            </a:r>
            <a:endParaRPr lang="en-US" sz="1050" dirty="0"/>
          </a:p>
        </p:txBody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611880"/>
            <a:ext cx="246888" cy="246888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5257800" y="35844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map tracks progress automatically</a:t>
            </a:r>
            <a:endParaRPr lang="en-US" sz="1050" dirty="0"/>
          </a:p>
        </p:txBody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4050792"/>
            <a:ext cx="246888" cy="246888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5257800" y="40233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10 seconds per server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AI Classifies Severity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receives the raw SSH audit output and returns structured JSON for each finding.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8503920" cy="841248"/>
          </a:xfrm>
          <a:prstGeom prst="roundRect">
            <a:avLst>
              <a:gd name="adj" fmla="val 8696"/>
            </a:avLst>
          </a:prstGeom>
          <a:solidFill>
            <a:srgbClr val="FFF1F1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71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08760" y="13533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SSH Root Login Enabled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719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threat to system integrity. Full compromise possible.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137160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sed -i 's/PermitRootLogin yes/PermitRootLogin no/' /etc/ssh/sshd_config &amp;&amp; systemctl restart sshd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212848"/>
            <a:ext cx="8503920" cy="841248"/>
          </a:xfrm>
          <a:prstGeom prst="roundRect">
            <a:avLst>
              <a:gd name="adj" fmla="val 8696"/>
            </a:avLst>
          </a:prstGeom>
          <a:solidFill>
            <a:srgbClr val="FFF7F0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304288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042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08760" y="22860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UFW Firewall Disabled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risk that exposes services to attack.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230428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ufw enable &amp;&amp; ufw default deny incoming &amp;&amp; ufw allow ssh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145536"/>
            <a:ext cx="8503920" cy="841248"/>
          </a:xfrm>
          <a:prstGeom prst="roundRect">
            <a:avLst>
              <a:gd name="adj" fmla="val 8696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236976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2369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08760" y="32186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Password Aging Policy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35844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Weakens security posture — exploitable under certain conditions.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323697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chage -M 90 -W 14 &lt;username&gt;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4078224"/>
            <a:ext cx="8503920" cy="841248"/>
          </a:xfrm>
          <a:prstGeom prst="roundRect">
            <a:avLst>
              <a:gd name="adj" fmla="val 8696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4169664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1696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508760" y="41513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Unowned Files Found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45171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configuration deviation from best practices.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63440" y="4169664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find / -nouser -o -nogroup 2&gt;/dev/null | xargs chown root:root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Strategy — Cloud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743200" cy="292608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14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Vercel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" y="18013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CDN — serves React from edge nodes worldwide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5915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8952" y="23317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Auto-deploys on every GitHub push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89504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8952" y="28620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sufficient for static frontend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3246120" y="777240"/>
            <a:ext cx="2743200" cy="292608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3383280" y="914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38328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82880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685032" y="18013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request timeout — audits can take 15-45 seconds</a:t>
            </a:r>
            <a:endParaRPr lang="en-US" sz="10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359152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685032" y="23317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process — keeps SSH connections alive</a:t>
            </a:r>
            <a:endParaRPr lang="en-US" sz="10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889504"/>
            <a:ext cx="228600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685032" y="28620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Auto-restart on GitHub push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6172200" y="777240"/>
            <a:ext cx="2743200" cy="2926080"/>
          </a:xfrm>
          <a:prstGeom prst="roundRect">
            <a:avLst>
              <a:gd name="adj" fmla="val 4000"/>
            </a:avLst>
          </a:prstGeom>
          <a:solidFill>
            <a:srgbClr val="0F4C2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Text 16"/>
          <p:cNvSpPr/>
          <p:nvPr/>
        </p:nvSpPr>
        <p:spPr>
          <a:xfrm>
            <a:off x="6309360" y="914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Neon.tech</a:t>
            </a:r>
            <a:endParaRPr lang="en-US" sz="1800" dirty="0"/>
          </a:p>
        </p:txBody>
      </p:sp>
      <p:sp>
        <p:nvSpPr>
          <p:cNvPr id="25" name="Text 17"/>
          <p:cNvSpPr/>
          <p:nvPr/>
        </p:nvSpPr>
        <p:spPr>
          <a:xfrm>
            <a:off x="630936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</a:t>
            </a:r>
            <a:endParaRPr lang="en-US" sz="11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28800"/>
            <a:ext cx="228600" cy="2286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611112" y="18013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PostgreSQL — scales to zero when idle</a:t>
            </a:r>
            <a:endParaRPr lang="en-US" sz="10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359152"/>
            <a:ext cx="228600" cy="22860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611112" y="23317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from compute — no bottlenecks</a:t>
            </a:r>
            <a:endParaRPr lang="en-US" sz="10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889504"/>
            <a:ext cx="228600" cy="22860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611112" y="28620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with SSL encryption built-in</a:t>
            </a:r>
            <a:endParaRPr lang="en-US" sz="1000" dirty="0"/>
          </a:p>
        </p:txBody>
      </p:sp>
      <p:sp>
        <p:nvSpPr>
          <p:cNvPr id="32" name="Text 21"/>
          <p:cNvSpPr/>
          <p:nvPr/>
        </p:nvSpPr>
        <p:spPr>
          <a:xfrm>
            <a:off x="320040" y="38862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Push to GitHub main → Vercel rebuilds frontend + Render restarts backend — zero manual steps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3"/>
              </a:rPr>
              <a:t>Live Demo 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Docker Compose Environment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0" y="8229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Docker: React Frontend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1" y="822608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3622431" y="796935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Docker: Ubuntu Target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5146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Steps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Dashboard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331012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http://localhost:3000 — login page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46120" y="30175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94760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Credentials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94760" y="331012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Host: audit-target | Port: 2222 | User: auditor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72200" y="30175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20840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Audit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20840" y="331012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'Run Security Scan'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40233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4023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&lt; 10s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431596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Root Login · High: UFW Off · Medium: Password Policy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46120" y="40233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94760" y="4023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Fix Commands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94760" y="431596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remediation e.g. sed command to disable PermitRootLogin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72200" y="40233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720840" y="4023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 Map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20840" y="431596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fix → re-scan → resolved issues move to 'Resolved'</a:t>
            </a:r>
            <a:endParaRPr lang="en-US" sz="95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308B07-E579-596F-4AA7-F3DAE234C0AA}"/>
              </a:ext>
            </a:extLst>
          </p:cNvPr>
          <p:cNvSpPr txBox="1"/>
          <p:nvPr/>
        </p:nvSpPr>
        <p:spPr>
          <a:xfrm>
            <a:off x="1202788" y="1723292"/>
            <a:ext cx="64219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This Linux server runs within our Docker Compose environment and serves as the target machine for security auditing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Results — What Administrators See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7955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116128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0" y="77724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7955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011680" y="116128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03320" y="77724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03320" y="7955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703320" y="116128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94960" y="77724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94960" y="7955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394960" y="116128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86600" y="77724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86600" y="7955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086600" y="116128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1737360"/>
            <a:ext cx="8503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182880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1828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508760" y="181051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SSH Root Login Enabled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21762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PermitRootLogin is set to 'yes' in /etc/ssh/sshd_config.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440" y="18288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Full system compromise with a single credential breach.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2788920"/>
            <a:ext cx="8503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28803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880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508760" y="286207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UFW Firewall Disabled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3227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UFW reports 'inactive' — no packet filtering active.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28803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All ports exposed. Attackers can probe any listening service.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840480"/>
            <a:ext cx="8503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11480" y="393192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931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508760" y="391363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Password Aging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42793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PASS_MAX_DAYS set to 99999 in /etc/login.defs.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63440" y="39319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Compromised credentials remain valid indefinitely.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History &amp; Resolution Map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4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229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822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History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1325880"/>
            <a:ext cx="118872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3258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554480" y="1325880"/>
            <a:ext cx="128016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554480" y="13258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834640" y="1325880"/>
            <a:ext cx="86868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34640" y="13258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703320" y="1325880"/>
            <a:ext cx="86868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03320" y="13258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1737360"/>
            <a:ext cx="11887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17373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2024-01-15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554480" y="1737360"/>
            <a:ext cx="1280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554480" y="1737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192.168.1.10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834640" y="1737360"/>
            <a:ext cx="868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834640" y="17373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703320" y="1737360"/>
            <a:ext cx="868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703320" y="17373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65760" y="2194560"/>
            <a:ext cx="118872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2194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2024-01-14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554480" y="2194560"/>
            <a:ext cx="128016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554480" y="21945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192.168.1.10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834640" y="2194560"/>
            <a:ext cx="86868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834640" y="21945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703320" y="2194560"/>
            <a:ext cx="86868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703320" y="21945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65760" y="2651760"/>
            <a:ext cx="11887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65760" y="26517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2024-01-10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1554480" y="2651760"/>
            <a:ext cx="1280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554480" y="2651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192.168.1.10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2834640" y="2651760"/>
            <a:ext cx="868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834640" y="26517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703320" y="2651760"/>
            <a:ext cx="868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703320" y="26517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365760" y="32918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audit is stored in PostgreSQL.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can compare scans over time 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security progress.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572000" y="777240"/>
            <a:ext cx="0" cy="38404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822960"/>
            <a:ext cx="411480" cy="41148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5212080" y="822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 Map</a:t>
            </a:r>
            <a:endParaRPr lang="en-US" sz="1400" dirty="0"/>
          </a:p>
        </p:txBody>
      </p:sp>
      <p:sp>
        <p:nvSpPr>
          <p:cNvPr id="43" name="Shape 39"/>
          <p:cNvSpPr/>
          <p:nvPr/>
        </p:nvSpPr>
        <p:spPr>
          <a:xfrm>
            <a:off x="4709160" y="137160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4" name="Shape 40"/>
          <p:cNvSpPr/>
          <p:nvPr/>
        </p:nvSpPr>
        <p:spPr>
          <a:xfrm>
            <a:off x="4800600" y="146304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80060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4800600" y="18288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Existed before — no longer found in latest scan.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4709160" y="246888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8" name="Shape 44"/>
          <p:cNvSpPr/>
          <p:nvPr/>
        </p:nvSpPr>
        <p:spPr>
          <a:xfrm>
            <a:off x="4800600" y="256032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4800600" y="2560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4800600" y="29260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across multiple audits. Needs urgent attention.</a:t>
            </a:r>
            <a:endParaRPr lang="en-US" sz="1000" dirty="0"/>
          </a:p>
        </p:txBody>
      </p:sp>
      <p:sp>
        <p:nvSpPr>
          <p:cNvPr id="51" name="Shape 47"/>
          <p:cNvSpPr/>
          <p:nvPr/>
        </p:nvSpPr>
        <p:spPr>
          <a:xfrm>
            <a:off x="4709160" y="356616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2" name="Shape 48"/>
          <p:cNvSpPr/>
          <p:nvPr/>
        </p:nvSpPr>
        <p:spPr>
          <a:xfrm>
            <a:off x="4800600" y="365760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4800600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54" name="Text 50"/>
          <p:cNvSpPr/>
          <p:nvPr/>
        </p:nvSpPr>
        <p:spPr>
          <a:xfrm>
            <a:off x="4800600" y="40233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Appeared for the first time in this scan.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5029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linux-security-auditor.vercel.app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352044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3520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121408" y="352044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21408" y="3520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419856" y="352044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19856" y="3520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718304" y="352044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18304" y="3520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Paramiko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016752" y="352044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16752" y="3520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315200" y="352044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0" y="3520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Kamal Sandeep A  |  Aathika V S  |  Nacshatra M  |  Kanimozhi 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We're happy to discuss the demo, AI integration, architecture, or anything else.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1982</Words>
  <Application>Microsoft Office PowerPoint</Application>
  <PresentationFormat>On-screen Show (16:9)</PresentationFormat>
  <Paragraphs>349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Linux Hardening Assistant</dc:title>
  <dc:subject>PptxGenJS Presentation</dc:subject>
  <dc:creator>PptxGenJS</dc:creator>
  <cp:lastModifiedBy>KAMAL SANDEEP A RTC2023BAM013</cp:lastModifiedBy>
  <cp:revision>4</cp:revision>
  <dcterms:created xsi:type="dcterms:W3CDTF">2026-06-15T18:12:20Z</dcterms:created>
  <dcterms:modified xsi:type="dcterms:W3CDTF">2026-06-15T23:36:52Z</dcterms:modified>
</cp:coreProperties>
</file>