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17"/>
    <p:sldId id="257" r:id="rId18"/>
    <p:sldId id="278" r:id="rId19"/>
    <p:sldId id="279" r:id="rId20"/>
    <p:sldId id="272" r:id="rId21"/>
    <p:sldId id="273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95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team and project title. Give a one-sentence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Linux is before diving into security. Audience may be non-technical 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Linux and Windows. Emphasize why Linux dominates servers and why it still needs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Linux isn't inherently broken — it becomes vulnerable through misconfiguration and lack of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problem the project solves. Emphasize scale — organizations manage dozens or hundreds of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4-step solution. The simplicity of 4 steps contrasts the complexity it replaces.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three-layer architecture. Each layer has a distinct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pages. Note that each page has a specific purpose in the audit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key frontend optimizations and why each matters for a security tool handling large log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FastAPI backend endpoints and the 10 CIS security checks executed via Paramiko SSH.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justifies the AI choice. Explain that raw SSH output is unstructured and context-free — AI is the missing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Highlight the time savings and consistency AI brings over manual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severity level — explain what AI uses to classify, give the example finding, and show the fix command AI suggests.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each cloud platform was chosen. The three-platform split is deliberate — each service excels at its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leads the demo. Walk through each step as you perform them live. The Ubuntu container is the audit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1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48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43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06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results page. Show severity counts at top, then individual findings with explanation, impact, and fix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Audit History table and explain Resolution Map categories. This answers 'is my security getting better over time?'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Q&amp;A. Direct questions to the right speaker based 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-security-auditor.vercel.app/dashboar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inux-security-auditor.vercel.app/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94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Titans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1554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Hardening Assistant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114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Auditing  ·  AI-Driven Analysis  ·  Instant Remediation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4884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8620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8620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60920" y="37033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Sandeep A  |  Aathika V S  |  Nacshatra M  |  Kanimozhi 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Linux?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7772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777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an open-source operating system kernel first released by Linus Torvalds in 1991.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powers over 96% of the world's servers, all Android phones, and most cloud infrastructure.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8745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8424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2350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publicly available. Audited by thousands of security researchers worldwide.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09160" y="18745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98424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&amp; Multi-Process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46320" y="2350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and processes run simultaneously with strict permission boundaries.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11480" y="31546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6440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Dominates Servers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48640" y="3630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96%+ of the top 1 million web servers run Linux. AWS, Google Cloud, Azure — all Linux underneath.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709160" y="31546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6440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CLI-First Design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846320" y="3630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command-line interface. Administrators automate tasks using shell scripts and SSH.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vs Windows — Key Differences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0116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777240"/>
            <a:ext cx="33832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7772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777240"/>
            <a:ext cx="338328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7772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362456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624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1362456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3624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362456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3624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&amp; Paid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94767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476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1947672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9476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 of web servers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947672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9476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of web servers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532888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32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2532888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5328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Permission-based, minimal attack surface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532888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5328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Registry-based, broader attack surface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11810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181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3118104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118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Admin-controlled, granular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118104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1181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less granular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03320"/>
            <a:ext cx="20116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033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3703320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7033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interface (SSH/Bash)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703320"/>
            <a:ext cx="33832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7033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GUI-first; PowerShell secondary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28853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885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User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77440" y="4288536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4288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Non-root; root access explicit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4288536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4288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by default (historically)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is Secure — But Misconfiguration Makes It Vulnerable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itself is well-designed. The danger lies in HOW it is configured and managed.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Login Enabled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permits direct root access. One stolen password = total system compromise.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361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Not Configured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83280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or iptables disabled by default on many distros. All ports exposed.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72200" y="1417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3619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 Policies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09360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that never expire, weak hashing, or default credentials left unchanged.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28803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9923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Ports &amp; Services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34015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services (FTP, Telnet) left running. Each is an attack vector.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46120" y="28803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99923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9476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Permission Errors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383280" y="34015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files, SUID binaries, and orphaned files create privilege escalation paths.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72200" y="288036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99923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2084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Patch Discipline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309360" y="34015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kernel and package vulnerabilities remain exploitable indefinitely.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— Why Traditional Auditing Fails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define hundreds of security rules for Linux servers.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verification is unsustainable at scale.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bash scripts, one server at a time via SSH — audits take hours or days per machine.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6459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misconfigurations buried in large log files are easy to miss even by experienced admins.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something is broken provides no path to a fix. Remediation requires separate research.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3493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tracking, teams cannot tell whether vulnerabilities are new, worsening, or being resolved.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Linux Hardening Assistant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7772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777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Speed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SSH credentials for any Linux server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2331720"/>
            <a:ext cx="7772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1460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CIS-aligned checks run automatically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86200" y="2331720"/>
            <a:ext cx="7772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classifies every finding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331720"/>
            <a:ext cx="7772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1920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22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severity + exact fix commands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Three-Layer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960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admins.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pages: Login, Dashboard, New Audit, Results, History.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945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317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06240" y="23317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engine. Coordinates SSH, AI analysis, and database via service layer.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5661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033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Neon.tech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206240" y="37033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all audit results and findings. Supports historical comparison across scans.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 — 5 Core Pages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linux-security-auditor.vercel.app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severity counts &amp; recent audits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server IP, port, SSH credentials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Results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chart, findings, fix commands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scans for trend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598932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288036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33756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access only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Performance Optimizations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Lazy Rendering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terminal output hidden by default. Loads on-demand when user expands — prevents DOM overload on large logs.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Axios Interceptors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with missing fields are automatically filled with safe defaults. App never crashes on partial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Batching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audit card updates grouped into single React renders, maintaining 60fps scroll performance.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useAudit Hook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reusable hook centralizes all API calls, loading states, and error handling in one composable function.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Architecture &amp; SSH Execution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security scan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past audits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/audit/{id}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audit + findings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CIS-Aligned Security Checks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7008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02352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0136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02352" y="1764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Protocol Config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39572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02352" y="2359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Aging Policy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9008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02352" y="2953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(SHA-512)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58444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Status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07008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59752" y="11704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Sudoers File Config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801368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59752" y="1764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Ports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95728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59752" y="2359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</a:t>
            </a:r>
            <a:endParaRPr lang="en-US" sz="10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90088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59752" y="2953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No-Owner Files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584448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159752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File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AI? And Why Google Gemini?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914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audit output is raw text — no structure, no severity labels.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context. A misconfigured SSH line means full root access — AI explains WHY.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plain-English explanations non-experts can act 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remediation commands instantly — no manual research.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hundreds of configs that humans miss.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77724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914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Google Gemini?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46320" y="1508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Context Window: 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1783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handles long SSH audit logs without truncation.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148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Knowledge: 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2423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CVEs, CIS benchmarks, and Linux hardening guides.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2788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API Tier: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API is free — ideal for student/project deployments.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3429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Inference: 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3703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 &lt;2s even for full multi-check audit reports.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632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Output: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4343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returns JSON with severity, explanation, and fix command.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Auditing vs AI-Powered Auditing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FF1F1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229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runs bash scripts manually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6232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1828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raw text — thousands of lines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95144"/>
            <a:ext cx="246888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2677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reads logs line-by-line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34056"/>
            <a:ext cx="246888" cy="2468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27066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judged by experience (error-prone)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72968"/>
            <a:ext cx="246888" cy="2468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31455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requires separate documentation search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46888" cy="2468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" y="3584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or progress tracking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50792"/>
            <a:ext cx="246888" cy="2468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2296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server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4754880" y="77724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4846320" y="8229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(Our System)</a:t>
            </a:r>
            <a:endParaRPr lang="en-US" sz="13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246888" cy="2468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5780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triggers automated SSH scan</a:t>
            </a:r>
            <a:endParaRPr lang="en-US" sz="10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56232"/>
            <a:ext cx="246888" cy="24688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1828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all output instantly</a:t>
            </a:r>
            <a:endParaRPr lang="en-US" sz="10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95144"/>
            <a:ext cx="246888" cy="24688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57800" y="22677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presented in structured cards</a:t>
            </a:r>
            <a:endParaRPr lang="en-US" sz="10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34056"/>
            <a:ext cx="246888" cy="24688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27066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classified consistently by AI (Critical/High/Medium/Low)</a:t>
            </a:r>
            <a:endParaRPr lang="en-US" sz="10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246888" cy="24688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31455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commands generated inline — no research needed</a:t>
            </a:r>
            <a:endParaRPr lang="en-US" sz="10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11880"/>
            <a:ext cx="246888" cy="24688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57800" y="3584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map tracks progress automatically</a:t>
            </a:r>
            <a:endParaRPr lang="en-US" sz="105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050792"/>
            <a:ext cx="246888" cy="24688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25780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 seconds per server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Classifies Severity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receives the raw SSH audit output and returns structured JSON for each finding.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FFF1F1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Root Login Enabled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threat to system integrity. Full compromise possible.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sed -i 's/PermitRootLogin yes/PermitRootLogin no/' /etc/ssh/sshd_config &amp;&amp; systemctl restart sshd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FFF7F0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30428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04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Firewall Disabled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risk that exposes services to attack.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30428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ufw enable &amp;&amp; ufw default deny incoming &amp;&amp; ufw allow ssh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3697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36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3218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 Aging Policy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584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Weakens security posture — exploitable under certain conditions.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2369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chage -M 90 -W 14 &lt;username&gt;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78224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16966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Unowned Files Found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517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configuration deviation from best practices.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1696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find / -nouser -o -nogroup 2&gt;/dev/null | xargs chown root:root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Strategy — Cloud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1801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— serves React from edge nodes worldwide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91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every GitHub push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950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952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sufficient for static frontend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246120" y="7772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338328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38328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8288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85032" y="1801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timeout — audits can take 15-45 seconds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35915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85032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process — keeps SSH connections alive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889504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85032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on GitHub push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172200" y="7772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0F4C2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630936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Neon.tech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63093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611112" y="1801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PostgreSQL — scales to zero when idle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59152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611112" y="2331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compute — no bottlenecks</a:t>
            </a:r>
            <a:endParaRPr lang="en-US" sz="10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889504"/>
            <a:ext cx="228600" cy="2286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611112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with SSL encryption built-in</a:t>
            </a:r>
            <a:endParaRPr lang="en-US" sz="1000" dirty="0"/>
          </a:p>
        </p:txBody>
      </p:sp>
      <p:sp>
        <p:nvSpPr>
          <p:cNvPr id="32" name="Text 21"/>
          <p:cNvSpPr/>
          <p:nvPr/>
        </p:nvSpPr>
        <p:spPr>
          <a:xfrm>
            <a:off x="320040" y="3886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Push to GitHub main → Vercel rebuilds frontend + Render restarts backend — zero manual steps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Live Demo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Docker Compose Environment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822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React Frontend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1" y="82260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622431" y="796935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Ubuntu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Steps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— login page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Credentials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audit-target | Port: 2222 | User: auditor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Audit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'Run Security Scan'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&lt; 10s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Root Login · High: UFW Off · Medium: Password Policy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Fix Commands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remediation e.g. sed command to disable PermitRootLogin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084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Map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 → re-scan → resolved issues move to 'Resolved'</a:t>
            </a:r>
            <a:endParaRPr lang="en-US" sz="9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308B07-E579-596F-4AA7-F3DAE234C0AA}"/>
              </a:ext>
            </a:extLst>
          </p:cNvPr>
          <p:cNvSpPr txBox="1"/>
          <p:nvPr/>
        </p:nvSpPr>
        <p:spPr>
          <a:xfrm>
            <a:off x="1202788" y="1723292"/>
            <a:ext cx="6421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This Linux server runs within our Docker Compose environment and serves as the target machine for security auditing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Schema Enforcement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411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457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657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Receives 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HTTP request hits the FastAPI backend.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95928" y="914400"/>
            <a:ext cx="0" cy="61264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749040" y="15270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481328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527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801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is validated — required fields, correct types.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95928" y="2029968"/>
            <a:ext cx="0" cy="61264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749040" y="26426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26883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2596896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642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Ensured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2916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requests are rejected before processing begins.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95928" y="3145536"/>
            <a:ext cx="0" cy="61264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749040" y="37581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3803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0" y="3712464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Audit 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0325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request moves to the coordinator.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02282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Establishing SSH Communication Using Paramiko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Paramiko?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Native SSH support directly in Python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67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Connects, executes commands, and collects results automatically — no manual steps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70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data travels through a secure SSH channel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2783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audit data stay protected during transmission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for Linux automation and infrastructure management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71907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755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Admin submits server credentials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258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FastAPI receives the request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72491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7614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Paramiko creates SSH client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22783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264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Authentication is performed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71907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7013448" y="1755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Secure SSH session is established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222199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013448" y="2258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commands execute remotely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272491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013448" y="27614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Outputs collected &amp; returned to backend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322783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013448" y="3264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Connection closed safely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38993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Audit Execution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Configuration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login status — unrestricted root access is a critical risk if compromised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071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active/inactive — controls network traffic and blocks unauthorized access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9107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rules, aging settings, and authentication configurations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931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files, incorrect permissions, and unowned 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071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1071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File Access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3931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on the file storing encrypted password information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9107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9107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Configuration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931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services and listening ports exposed on the server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generates output → combined into a comprehensive audit report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5665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 Using Google Gemini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aggregated audit report is sent to Google Gemini, which examines each finding and produces structured security intelligence.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E07B39"/>
          </a:solidFill>
          <a:ln/>
        </p:spPr>
      </p:sp>
      <p:sp>
        <p:nvSpPr>
          <p:cNvPr id="10" name="Text 8"/>
          <p:cNvSpPr/>
          <p:nvPr/>
        </p:nvSpPr>
        <p:spPr>
          <a:xfrm>
            <a:off x="2139696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31136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22192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2C5F9E"/>
          </a:solidFill>
          <a:ln/>
        </p:spPr>
      </p:sp>
      <p:sp>
        <p:nvSpPr>
          <p:cNvPr id="13" name="Text 11"/>
          <p:cNvSpPr/>
          <p:nvPr/>
        </p:nvSpPr>
        <p:spPr>
          <a:xfrm>
            <a:off x="3822192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13632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Explanation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04688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8B3E8A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96128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87184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2A7A4B"/>
          </a:solidFill>
          <a:ln/>
        </p:spPr>
      </p:sp>
      <p:sp>
        <p:nvSpPr>
          <p:cNvPr id="19" name="Text 17"/>
          <p:cNvSpPr/>
          <p:nvPr/>
        </p:nvSpPr>
        <p:spPr>
          <a:xfrm>
            <a:off x="7187184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78624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Command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251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Root login enabled → Gemini flags the risk, explains why it's insecure, and provides the exact command to disable it.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46404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Results — What Administrators See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8660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73736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1828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18105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Root Login Enabled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176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PermitRootLogin is set to 'yes' in /etc/ssh/sshd_config.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1828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system compromise with a single credential breach.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78892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8803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8760" y="286207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Firewall Disabled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227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UFW reports 'inactive' — no packet filtering active.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All ports exposed. Attackers can probe any listening service.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84048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93192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08760" y="39136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 Aging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PASS_MAX_DAYS set to 99999 in /etc/login.defs.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931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Compromised credentials remain valid indefinitely.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 &amp; Resolution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325880"/>
            <a:ext cx="11887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325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54480" y="1325880"/>
            <a:ext cx="12801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54480" y="1325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34640" y="1325880"/>
            <a:ext cx="8686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325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03320" y="1325880"/>
            <a:ext cx="8686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1325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173736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554480" y="173736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5448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834640" y="17373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34640" y="1737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03320" y="17373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1737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219456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554480" y="2194560"/>
            <a:ext cx="12801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5448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34640" y="2194560"/>
            <a:ext cx="868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3464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703320" y="2194560"/>
            <a:ext cx="868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0332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265176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2651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554480" y="265176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55448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834640" y="26517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83464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703320" y="26517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0332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65760" y="3291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is stored in PostgreSQL.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compare scans over time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security progress.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0" y="77724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2296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2120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Map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4709160" y="13716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800600" y="14630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006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4800600" y="18288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Existed before — no longer found in latest scan.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709160" y="24688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4800600" y="25603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0060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4800600" y="29260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multiple audits. Needs urgent attention.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709160" y="35661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4800600" y="36576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006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4800600" y="40233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Appeared for the first time in this scan.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02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linux-security-auditor.vercel.app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21408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21408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19856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9856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18304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8304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Paramiko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16752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16752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3520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Sandeep A  |  Aathika V S  |  Nacshatra M  |  Kanimozhi 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happy to discuss the demo, AI integration, architecture, or anything else.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2304</Words>
  <Application>Microsoft Office PowerPoint</Application>
  <PresentationFormat>On-screen Show (16:9)</PresentationFormat>
  <Paragraphs>417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Linux Hardening Assistant</dc:title>
  <dc:subject>PptxGenJS Presentation</dc:subject>
  <dc:creator>PptxGenJS</dc:creator>
  <cp:lastModifiedBy>KAMAL SANDEEP A RTC2023BAM013</cp:lastModifiedBy>
  <cp:revision>5</cp:revision>
  <dcterms:created xsi:type="dcterms:W3CDTF">2026-06-15T18:12:20Z</dcterms:created>
  <dcterms:modified xsi:type="dcterms:W3CDTF">2026-06-16T00:25:03Z</dcterms:modified>
</cp:coreProperties>
</file>